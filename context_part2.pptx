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BB87-3CAA-3D21-EB49-2A247D95E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4C1BC-AAA8-684C-0103-3BA9E54F6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F80EE-F8EE-37ED-44F9-4BFB3AAF1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E7F99-EBCA-FC64-535F-466F6247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98644-184A-D58F-31E2-6266B775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7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C50B-FB89-166D-C2DB-DCAA2A14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E6173-B86D-BE8A-1289-8ACA2B3E9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C1AA4-A426-502D-4843-2D3F737D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091B7-70EF-BAC1-5F88-76221E9F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8635A-A633-0898-01DC-36E1DA7E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0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C841-C8FA-EFF5-B152-6E517C1C5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3FBDC-7870-64E4-CEDF-C5B744FE3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B8727-B791-1868-98D1-746D99B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DDE91-4C62-2E66-2B8C-C21567E3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0846E-5355-AF59-C49D-D6D7AE1F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80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A6AE-B051-278D-AAAF-949EA09F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BDBA2-1078-F50D-3455-6ABED53D0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90507-9E6E-4BB5-DE93-EA30524E0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ABBD2-A63E-D7D1-67C7-4A13D6A5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5A2AE-652C-DDF8-685B-78E07469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E4858-4888-D2D6-7217-1FBFCE20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834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25568-0A82-378F-5BF1-65D8FDB79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1641-5686-1AB4-F84A-567C6C985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C436C-426A-9E72-D66B-1C359116D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DEFDD-61E3-E6F0-7557-F141AB17B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35B20D-7C79-CBE8-92C6-19FB554CB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3FC6E-2669-FC3D-2889-EE54CF361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925351-492E-CECA-6739-625619198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061E56-7F40-485A-7DB3-586C9F1EA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32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B92D-CE56-E00C-24BA-F932114C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05C154-7DCC-930A-BF0C-DBE5F7F1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F4430-267B-9CAE-D57A-7B7CFBCD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A030-57F4-2D0D-8F4A-E0640256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17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44775-BE2F-F4E1-1335-FCBD0798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C19DB4-5419-F1F2-ABC2-6202AD00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590F2-1E79-6348-ADFB-218CDABC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34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8EE99-CF08-6D6C-8F57-386FCC8F4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711A9-A6E8-BCA6-76CD-0E349C136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A0C31-B40C-E1A1-6949-5DF1F8264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9E0CC-EE26-7A67-7C7D-AC99BFFC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10180-152A-59A1-C8FF-DB6DA61D8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5E47D-4D3D-31C2-5804-20AF6791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503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962F-4E16-9FBC-7CD7-84CAF0995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3E371-72F7-E1EF-C4A0-BD34207C1F6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0C7A9-0198-17BC-4A97-F8F379620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B5C2D-C9AA-76E4-F3FB-34BFCE64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37DD3-2EFA-DD83-4D96-E2D13BC0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8222B-86A4-29A9-0D3C-610740C66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784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E929-A970-04F0-0EDB-2BC5E57B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098DA-9FA8-5C28-11E5-F2A0A859F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10A1E-1769-E91E-06E4-15A87AD9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7FD5C-84E9-535E-D2AF-3C3BAB668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6B691-1195-698E-1346-57B7A19F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54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3103A-C848-3F99-C069-2EBF22827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6D1F4-A61B-3D7C-AD7F-E8AB97CCA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FE995-BEBA-8AD9-4991-F666DE87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171D5-2F92-DF11-52A0-3B16C07B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B9ABB-5136-3792-1499-DE651CDA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585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B3AC6F-11EE-40DE-1E15-F1FEDD64F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3BA52-DB3F-3817-D581-7AE53633F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AF69E-C9A4-7F51-E20C-A3808A1AE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1BEBF-4B94-4688-9B5F-2553A5F6B4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5383-6B32-E193-243D-6ED7CB084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B416E-405C-CA68-F7E8-106FF8CCC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195C2-0EF1-40EF-A2A4-E3B0A8161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004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bindu priya</dc:creator>
  <cp:lastModifiedBy>bindu priya</cp:lastModifiedBy>
  <cp:revision>1</cp:revision>
  <dcterms:created xsi:type="dcterms:W3CDTF">2026-10-12T18:30:47Z</dcterms:created>
  <dcterms:modified xsi:type="dcterms:W3CDTF">2026-10-12T18:32:35Z</dcterms:modified>
</cp:coreProperties>
</file>