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9" d="100"/>
          <a:sy n="69" d="100"/>
        </p:scale>
        <p:origin x="31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6A8DE-973C-420D-BAA5-3516BC7F19E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B3BCD-3860-493E-A9B3-2CE69A832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B3BCD-3860-493E-A9B3-2CE69A8323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17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1EC2B-1691-8821-79CB-C3E0EAFE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63229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</Words>
  <Application>Microsoft Office PowerPoint</Application>
  <PresentationFormat>Custom</PresentationFormat>
  <Paragraphs>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bindu priya</cp:lastModifiedBy>
  <cp:revision>2</cp:revision>
  <dcterms:created xsi:type="dcterms:W3CDTF">2006-08-16T00:00:00Z</dcterms:created>
  <dcterms:modified xsi:type="dcterms:W3CDTF">2026-10-05T07:09:42Z</dcterms:modified>
</cp:coreProperties>
</file>