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workflows are untestable with traditional methods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8872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 w="1016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188720"/>
            <a:ext cx="54864" cy="868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658368" y="128016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Failures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153619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hallucinate, drift from goals, and produce subtly wrong outputs. The same input can produce different results every time. Traditional unit tests can't cover this.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2167128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167128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225856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Supply Chain Risk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" y="25146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24, 2026 — LiteLLM supply chain attack (TeamPCP) compromised the AI gateway. Credential stealer harvested API keys from every agent silently. 97M+ downloads/month affected.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3145536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145536"/>
            <a:ext cx="54864" cy="868680"/>
          </a:xfrm>
          <a:prstGeom prst="rect">
            <a:avLst/>
          </a:prstGeom>
          <a:solidFill>
            <a:srgbClr val="DB2777"/>
          </a:solidFill>
          <a:ln/>
        </p:spPr>
      </p:sp>
      <p:sp>
        <p:nvSpPr>
          <p:cNvPr id="17" name="Text 14"/>
          <p:cNvSpPr/>
          <p:nvPr/>
        </p:nvSpPr>
        <p:spPr>
          <a:xfrm>
            <a:off x="658368" y="323697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Tool Layer Fragility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58368" y="349300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 go down, return partial data, change schemas without warning, or expire auth tokens mid-session. Agents don't fail gracefully — they hallucinate from empty context.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" y="4123944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ECFEFF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4123944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8"/>
          <p:cNvSpPr/>
          <p:nvPr/>
        </p:nvSpPr>
        <p:spPr>
          <a:xfrm>
            <a:off x="658368" y="421538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Multi-Agent Failures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58368" y="447141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failure triggers retry storms, fan-out explosions, and token budget exhaustion across all agents. Blast radius is unbounded without chaos testing.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5102352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5102352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" y="519379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Degradation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58368" y="544982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dangerous failure mode: everything appears to work, but the model was downgraded, context was truncated, or credentials were exfiltrated in the background.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26480" y="1188720"/>
            <a:ext cx="5577840" cy="5166360"/>
          </a:xfrm>
          <a:prstGeom prst="roundRect">
            <a:avLst>
              <a:gd name="adj" fmla="val 2124"/>
            </a:avLst>
          </a:prstGeom>
          <a:solidFill>
            <a:srgbClr val="F7F8FB"/>
          </a:solidFill>
          <a:ln w="15240">
            <a:solidFill>
              <a:srgbClr val="D1D9E6"/>
            </a:solidFill>
            <a:prstDash val="dash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3223260"/>
            <a:ext cx="548640" cy="5486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126480" y="38633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App Screenshot Here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126480" y="41833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Analyzer workflow showing multi-agent architecture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real-world failure scenario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dependency. One chain reaction. Five ecosystems compromised."  — Suzu Labs, March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 — Chaos Studio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594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fault injection for agentic AI — inspired by Gremlin, purpose-built for Tachyon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11247120" cy="0"/>
          </a:xfrm>
          <a:prstGeom prst="line">
            <a:avLst/>
          </a:prstGeom>
          <a:noFill/>
          <a:ln w="10160">
            <a:solidFill>
              <a:srgbClr val="D1D9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8872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18872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5331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2801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Fault Injection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51560" y="15361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hallucinations, goal drift, adversarial prompts, and context poisoning into agents. Validate that grounding checks, prompt sanitization, and drift detection fire before output is generated.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457200" y="2167128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DF2F8"/>
          </a:solidFill>
          <a:ln w="10160">
            <a:solidFill>
              <a:srgbClr val="DB2777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2167128"/>
            <a:ext cx="54864" cy="868680"/>
          </a:xfrm>
          <a:prstGeom prst="rect">
            <a:avLst/>
          </a:prstGeom>
          <a:solidFill>
            <a:srgbClr val="DB277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3317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2585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&amp; Tool Chaos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51560" y="2514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MCP servers mid-request, mutate schemas, expire tokens, return partial data. Validate that agents fail gracefully instead of hallucinating from empty context.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457200" y="3145536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145536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310128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32369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Resilience Testing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51560" y="3493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rate limits, model downgrades, context overflow, and gibberish responses. Validate that quality monitoring and escalation logic catch degradation before it reaches users.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457200" y="4123944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ECFEFF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57200" y="4123944"/>
            <a:ext cx="54864" cy="8686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288536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42153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&amp; Orchestration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51560" y="44714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dependencies with simulated poisoned versions, inject cascading failures, test blast radius containment. Map every experiment to FMEA for OCC SR 11-7 compliance.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457200" y="5102352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  <a:effectLst>
            <a:outerShdw sx="100000" sy="100000" kx="0" ky="0" algn="bl" rotWithShape="0" blurRad="38100" dist="12700" dir="8100000">
              <a:srgbClr val="94A3B8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57200" y="5102352"/>
            <a:ext cx="54864" cy="86868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266944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51560" y="51937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→ Validate → Harden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1051560" y="544982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Arize.ai traces capture behavioral anomalies. TAALS pre-execution checks validate guardrails. Auto-generated FMEA resilience reports quantify detection improvement and remediation gaps.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6126480" y="1188720"/>
            <a:ext cx="5577840" cy="5166360"/>
          </a:xfrm>
          <a:prstGeom prst="roundRect">
            <a:avLst>
              <a:gd name="adj" fmla="val 2124"/>
            </a:avLst>
          </a:prstGeom>
          <a:solidFill>
            <a:srgbClr val="F7F8FB"/>
          </a:solidFill>
          <a:ln w="15240">
            <a:solidFill>
              <a:srgbClr val="D1D9E6"/>
            </a:solidFill>
            <a:prstDash val="dash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3223260"/>
            <a:ext cx="548640" cy="5486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126480" y="38633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Chaos Studio Screenshot Here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6126480" y="41833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UI showing experiment configuration,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injection, or FMEA resilience report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57200" y="6492240"/>
            <a:ext cx="11247120" cy="0"/>
          </a:xfrm>
          <a:prstGeom prst="line">
            <a:avLst/>
          </a:prstGeom>
          <a:noFill/>
          <a:ln w="7620">
            <a:solidFill>
              <a:srgbClr val="D1D9E6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Studio   |   Hypothesize. Inject. Observe. Harden.   |   50 injectable faults  ×  5 domains   |   Built for Tachyon   |   OCC SR 11-7 Compliant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Chaos Studio — Problem &amp; Solution</dc:title>
  <dc:subject>PptxGenJS Presentation</dc:subject>
  <dc:creator>Bindu</dc:creator>
  <cp:lastModifiedBy>Bindu</cp:lastModifiedBy>
  <cp:revision>1</cp:revision>
  <dcterms:created xsi:type="dcterms:W3CDTF">2026-04-15T04:21:51Z</dcterms:created>
  <dcterms:modified xsi:type="dcterms:W3CDTF">2026-04-15T04:21:51Z</dcterms:modified>
</cp:coreProperties>
</file>