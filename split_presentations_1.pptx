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Id1" /><Relationship Type="http://schemas.openxmlformats.org/package/2006/relationships/metadata/thumbnail" Target="/docProps/thumbnail.jpeg" Id="rId2" /><Relationship Type="http://schemas.openxmlformats.org/package/2006/relationships/metadata/core-properties" Target="/docProps/core.xml" Id="rId3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presProps" Target="/ppt/presProps.xml" Id="rId2" /><Relationship Type="http://schemas.openxmlformats.org/officeDocument/2006/relationships/viewProps" Target="/ppt/viewProps.xml" Id="rId3" /><Relationship Type="http://schemas.openxmlformats.org/officeDocument/2006/relationships/theme" Target="/ppt/theme/theme1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2" /><Relationship Type="http://schemas.openxmlformats.org/officeDocument/2006/relationships/slideLayout" Target="/ppt/slideLayouts/slideLayout7.xml" Id="rId7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.pn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.png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png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png" Id="r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5.png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6.png" Id="rI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7.png" Id="rI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8.png" Id="rI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9.png" Id="rId2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