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presProps" Target="/ppt/presProps.xml" Id="rId2" /><Relationship Type="http://schemas.openxmlformats.org/officeDocument/2006/relationships/slide" Target="/ppt/slides/slide15.xml" Id="rId20" /><Relationship Type="http://schemas.openxmlformats.org/officeDocument/2006/relationships/slide" Target="/ppt/slides/slide16.xml" Id="rId21" /><Relationship Type="http://schemas.openxmlformats.org/officeDocument/2006/relationships/slide" Target="/ppt/slides/slide17.xml" Id="rId22" /><Relationship Type="http://schemas.openxmlformats.org/officeDocument/2006/relationships/slide" Target="/ppt/slides/slide18.xml" Id="rId23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png" Id="rI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png" Id="rI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2.png" Id="rI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3.png" Id="rI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4.png" Id="rI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5.png" Id="rI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6.png" Id="rI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7.png" Id="rI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8.png" Id="rId2" /></Relationships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